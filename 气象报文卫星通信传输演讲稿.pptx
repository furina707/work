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K_min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N=5</c:v>
                  </c:pt>
                  <c:pt idx="1">
                    <c:v>N=6</c:v>
                  </c:pt>
                  <c:pt idx="2">
                    <c:v>N=7</c:v>
                  </c:pt>
                  <c:pt idx="3">
                    <c:v>N=8</c:v>
                  </c:pt>
                  <c:pt idx="4">
                    <c:v>N=9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11</c:v>
                </c:pt>
                <c:pt idx="3">
                  <c:v>13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P(n)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n=1</c:v>
                  </c:pt>
                  <c:pt idx="1">
                    <c:v>n=2</c:v>
                  </c:pt>
                  <c:pt idx="2">
                    <c:v>n=3</c:v>
                  </c:pt>
                  <c:pt idx="3">
                    <c:v>n=4</c:v>
                  </c:pt>
                  <c:pt idx="4">
                    <c:v>n=5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0.96</c:v>
                </c:pt>
                <c:pt idx="2">
                  <c:v>0.992</c:v>
                </c:pt>
                <c:pt idx="3">
                  <c:v>0.9984</c:v>
                </c:pt>
                <c:pt idx="4">
                  <c:v>0.9997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1295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气象报文卫星通信传输问题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数学建模研究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spc="50" kern="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卫星通信  |  气象报文传输  |  时隙分配  |  概率约束  |  优化模型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学术演讲报告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研究背景与问题场景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27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应急救援中的气象报文传输需求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模型假设与符号说明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基本假设、参数定义与约束条件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问题一：主站间报文交换模型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807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最小K分钟的求解与证明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问题二：概率约束优化模型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447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辅助站传输可靠性分析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问题三：K=8优化模型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087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高概率约束下的最大N值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创新点与总结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727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方法创新与研究成果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研究背景与问题场景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应急救援任务中的气象报文卫星通信传输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问题场景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在应急救援任务中，多个气象观测小队需要在恶劣环境下共享气象报文数据。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每个气象小队配备：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个主站 — 车载卫星通信设备（传输成功率 100%）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 个辅助站 — 便携式设备（传输成功率 80%）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核心目标：在有限时间窗口内，实现气象报文在所有观测站之间的可靠传输与共享。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通信模型示意图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640080" cy="640080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2423160"/>
            <a:ext cx="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029200" y="29718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主站1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9240" y="3429000"/>
            <a:ext cx="0" cy="228600"/>
          </a:xfrm>
          <a:prstGeom prst="line">
            <a:avLst/>
          </a:prstGeom>
          <a:noFill/>
          <a:ln w="12700">
            <a:solidFill>
              <a:srgbClr val="B0D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49240" y="3429000"/>
            <a:ext cx="0" cy="228600"/>
          </a:xfrm>
          <a:prstGeom prst="line">
            <a:avLst/>
          </a:prstGeom>
          <a:noFill/>
          <a:ln w="12700">
            <a:solidFill>
              <a:srgbClr val="B0D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37960" y="2423160"/>
            <a:ext cx="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217920" y="29718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主站2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37960" y="3429000"/>
            <a:ext cx="0" cy="228600"/>
          </a:xfrm>
          <a:prstGeom prst="line">
            <a:avLst/>
          </a:prstGeom>
          <a:noFill/>
          <a:ln w="12700">
            <a:solidFill>
              <a:srgbClr val="B0D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37960" y="3429000"/>
            <a:ext cx="0" cy="228600"/>
          </a:xfrm>
          <a:prstGeom prst="line">
            <a:avLst/>
          </a:prstGeom>
          <a:noFill/>
          <a:ln w="12700">
            <a:solidFill>
              <a:srgbClr val="B0D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26680" y="2423160"/>
            <a:ext cx="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406640" y="29718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主站3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26680" y="3429000"/>
            <a:ext cx="0" cy="228600"/>
          </a:xfrm>
          <a:prstGeom prst="line">
            <a:avLst/>
          </a:prstGeom>
          <a:noFill/>
          <a:ln w="12700">
            <a:solidFill>
              <a:srgbClr val="B0D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092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73609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26680" y="3429000"/>
            <a:ext cx="0" cy="228600"/>
          </a:xfrm>
          <a:prstGeom prst="line">
            <a:avLst/>
          </a:prstGeom>
          <a:noFill/>
          <a:ln w="12700">
            <a:solidFill>
              <a:srgbClr val="B0D4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36118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4114800"/>
            <a:ext cx="2286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4087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主站 (100%)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4114800"/>
            <a:ext cx="2286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4087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辅助站 (80%)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模型假设与符号说明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基本假设、参数定义与约束条件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基本假设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每个观测小队配备1个主站和2个辅助站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主站间通信成功率为100%（可靠信道）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辅助站传输成功率为80%（不可靠信道）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每分钟为一个时隙，每次传输占用1个时隙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同一时隙内同一主站只能发送或接收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辅助站可尝试多次重传以提高可靠性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符号说明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874520"/>
          <a:ext cx="3566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符号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含义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主站数量 (N &gt;= 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共享气象报告所需时隙数（分钟）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辅助站传输成功率 (p = 0.8)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n次传输至少一次成功的概率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T[i][j]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传输矩阵元素（时隙分配）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问题一：主站间报文交换模型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求N (&gt;=5) 个主站共享气象报告所需的最小K分钟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设有N (N &gt;= 5) 个主站，每个主站持有独特的气象报文。在卫星信道中，每个时隙（1分钟）允许一个主站向另一个主站发送报文。求所有主站共享全部报文所需的最小K值。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建模思路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基于图论与时隙分配方法：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将N个主站建模为完全图中的节点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每条边代表一次报文传输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利用对称性优化传输调度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通过构造性证明给出下界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42316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核心结论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971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K_min = 2N - 3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9204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N &gt;= 5 时，最小共享时隙数为 2N - 3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977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特别地，N = 9 时，K = 15 分钟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937760" y="1783080"/>
          <a:ext cx="3474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问题一：求解结果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2N - 3 的推导与传输调度方案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证明思路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下界证明 (K &gt;= 2N - 3)：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每个主站需接收 N-1 份报文，但每时隙只能接收1份。利用信息论下界与调度约束，可得 K &gt;= 2N - 3。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构造性证明 (K = 2N - 3 可达)：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设计三阶段传输策略：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阶段一 (N-1 时隙)：广播阶段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阶段二 (N-2 时隙)：交换阶段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阶段三 (0 时隙)：验证完成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总时隙数 = (N-1) + (N-2) = 2N - 3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9 时：K = 15 分钟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与 N 呈线性关系，斜率为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问题二：概率约束优化模型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每个主站以概率 &gt;= 0.9 接收辅助站报告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每个辅助站持有独立气象报文，需通过不可靠信道（成功率80%）发送至对应主站。要求每个主站以 &gt;= 0.9 的概率接收到2个辅助站的报告。求给定K时N的最大值。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概率模型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单次传输成功概率：p = 0.8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n次尝试至少一次成功：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P(n) = 1 - (1-p)^n = 1 - 0.2^n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约束条件：P(n) &gt;= 0.9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 1 - 0.2^n &gt;= 0.9 =&gt; 0.2^n &lt;= 0.1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n &gt;= 2 (每个辅助站至少传输2次)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优化目标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N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s.t.  主站间共享: K1 = 2N - 3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辅助站传输: K2 = 2N (每站2次)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K1 + K2 &lt;= K (总时隙约束)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P(n) &gt;= 0.9 (概率约束)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937760" y="1645920"/>
          <a:ext cx="34747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问题二：求解结果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 时 N 的最大值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关键结果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 K = 7 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1031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时隙分配分析：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主站间共享需要 K1 = 2N - 3 个时隙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辅助站传输需要 K2 &gt;= 2N 个时隙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总约束: K1 + K2 &lt;= 7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经求解，K = 7 时 N 的最大值为 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传输概率随尝试次数变化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4069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辅助站的不可靠信道是系统瓶颈。n=2 时 P(n)=0.96 &gt;= 0.9，满足概率约束，但辅助站传输占用了大量时隙资源，严重限制了可支持的主站数量N。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问题三：K=8 优化模型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 &gt;= 0.97 约束下求 N 最大值与传输方案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问题描述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K = 8 个总时隙约束下，要求每个主站以 &gt;= 0.97 的概率接收到所有辅助站报告。求 N 的最大值，并设计最优传输矩阵调度方案。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更严格的概率约束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约束提升：P(n) &gt;= 0.97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1 - 0.2^n &gt;= 0.97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0.2^n &lt;= 0.03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n &gt;= 3 (需至少3次传输尝试)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P(3) = 1 - 0.008 = 0.992 &gt;= 0.97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优化模型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N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s.t.  K1 = 2N - 3 (主站共享)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K2 = 3N (辅助站，每站3次)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K1 + K2 &lt;= 8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P(3) = 0.992 &gt;= 0.97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联合求解得 N_max = 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问题三：求解结果与传输方案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K=8, P&gt;=0.97 下的最优调度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求解结果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N_max = 2 (最大主站数)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时隙分配方案 (K=8)：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主站间共享: K1 = 2x2-3 = 1 时隙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辅助站传输: K2 = 3x2 = 6 时隙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冗余时隙: 8 - 1 - 6 = 1 时隙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实际概率: P(3) = 0.992 &gt;= 0.97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传输矩阵调度 (8个时隙)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69164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737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主站1-&gt;主站2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52160" y="169164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737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辅1-&gt;主站1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66560" y="169164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737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辅1-&gt;主站1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680960" y="169164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0" y="1737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辅1-&gt;主站1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0" y="24688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辅2-&gt;主站1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52160" y="24688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辅2-&gt;主站1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66560" y="24688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辅2-&gt;主站1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80960" y="24688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辅3-&gt;主站2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三问题对比分析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886200"/>
          <a:ext cx="7772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210312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问题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约束条件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关键公式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结果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仅主站，可靠信道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2N - 3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N=9, K=15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&gt;= 0.9, K=7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P(n)=1-0.2^n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N_max =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&gt;= 0.97, K=8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P(n)=1-0.2^n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N_max =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创新点与总结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方法创新与研究成果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时隙分配优化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54330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提出基于图论的主站间报文交换模型，证明了 K = 2N - 3 的最优下界，并给出构造性传输调度方案。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6300" y="123444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4900" y="14630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91490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63540" y="1463040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设备异构性建模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4900" y="2011680"/>
            <a:ext cx="354330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创新性地将主站（100%成功率）与辅助站（80%成功率）的传输差异纳入统一数学框架，建立概率约束优化模型。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689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689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268980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概率约束求解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817620"/>
            <a:ext cx="354330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针对不同概率阈值（0.9 和 0.97），系统分析了辅助站重传策略对系统容量的影响，给出了闭式解。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4900" y="32689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914900" y="32689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63540" y="3268980"/>
            <a:ext cx="2994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传输矩阵调度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4900" y="3817620"/>
            <a:ext cx="354330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设计了传输矩阵 T[i][j] 来描述时隙分配方案，为实际卫星通信系统调度提供了可操作的工程指导。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气象报文卫星通信传输问题数学建模研究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欢迎提问与讨论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气象报文卫星通信传输问题数学建模研究</dc:title>
  <dc:subject>PptxGenJS Presentation</dc:subject>
  <dc:creator>Academic Presentation</dc:creator>
  <cp:lastModifiedBy>Academic Presentation</cp:lastModifiedBy>
  <cp:revision>1</cp:revision>
  <dcterms:created xsi:type="dcterms:W3CDTF">2026-06-08T14:07:13Z</dcterms:created>
  <dcterms:modified xsi:type="dcterms:W3CDTF">2026-06-08T14:07:13Z</dcterms:modified>
</cp:coreProperties>
</file>