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2148840"/>
            <a:ext cx="2743200" cy="27432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spc="300" kern="0" dirty="0">
                <a:solidFill>
                  <a:srgbClr val="F5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煤矿巷道支护预紧力优化模型研究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问题A：煤矿巷道支护预紧力优化模型研究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3291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预紧力  |  扭矩系数  |  锚杆支护  |  偏心载荷  |  普氏系数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学术研究报告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  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777740"/>
            <a:ext cx="8229600" cy="0"/>
          </a:xfrm>
          <a:prstGeom prst="line">
            <a:avLst/>
          </a:prstGeom>
          <a:noFill/>
          <a:ln w="12700">
            <a:solidFill>
              <a:srgbClr val="D4C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960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煤矿巷道支护预紧力优化模型研究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548640" cy="475488"/>
          </a:xfrm>
          <a:prstGeom prst="roundRect">
            <a:avLst>
              <a:gd name="adj" fmla="val 9615"/>
            </a:avLst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00584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研究背景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00584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煤矿巷道支护预紧力概述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80160" y="1499616"/>
            <a:ext cx="7315200" cy="0"/>
          </a:xfrm>
          <a:prstGeom prst="line">
            <a:avLst/>
          </a:prstGeom>
          <a:noFill/>
          <a:ln w="6350">
            <a:solidFill>
              <a:srgbClr val="D4C5B5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48640" y="1554480"/>
            <a:ext cx="548640" cy="475488"/>
          </a:xfrm>
          <a:prstGeom prst="roundRect">
            <a:avLst>
              <a:gd name="adj" fmla="val 9615"/>
            </a:avLst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554480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155448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模型假设与符号说明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155448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基本假设与参数定义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280160" y="2048256"/>
            <a:ext cx="7315200" cy="0"/>
          </a:xfrm>
          <a:prstGeom prst="line">
            <a:avLst/>
          </a:prstGeom>
          <a:noFill/>
          <a:ln w="6350">
            <a:solidFill>
              <a:srgbClr val="D4C5B5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48640" y="2103120"/>
            <a:ext cx="548640" cy="475488"/>
          </a:xfrm>
          <a:prstGeom prst="roundRect">
            <a:avLst>
              <a:gd name="adj" fmla="val 9615"/>
            </a:avLst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103120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210312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问题一：扭矩系数K模型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210312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K值确定与临界预紧力矩计算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280160" y="2596896"/>
            <a:ext cx="7315200" cy="0"/>
          </a:xfrm>
          <a:prstGeom prst="line">
            <a:avLst/>
          </a:prstGeom>
          <a:noFill/>
          <a:ln w="6350">
            <a:solidFill>
              <a:srgbClr val="D4C5B5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48640" y="2651760"/>
            <a:ext cx="548640" cy="475488"/>
          </a:xfrm>
          <a:prstGeom prst="roundRect">
            <a:avLst>
              <a:gd name="adj" fmla="val 9615"/>
            </a:avLst>
          </a:prstGeom>
          <a:solidFill>
            <a:srgbClr val="B85042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651760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265176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问题二：最大允许预紧力矩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0" y="265176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力学模型建立与分析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280160" y="3145536"/>
            <a:ext cx="7315200" cy="0"/>
          </a:xfrm>
          <a:prstGeom prst="line">
            <a:avLst/>
          </a:prstGeom>
          <a:noFill/>
          <a:ln w="6350">
            <a:solidFill>
              <a:srgbClr val="D4C5B5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48640" y="3200400"/>
            <a:ext cx="548640" cy="475488"/>
          </a:xfrm>
          <a:prstGeom prst="roundRect">
            <a:avLst>
              <a:gd name="adj" fmla="val 9615"/>
            </a:avLst>
          </a:prstGeom>
          <a:solidFill>
            <a:srgbClr val="B85042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200400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80160" y="320040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问题三：偏心载荷修正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0" y="320040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偏心载荷效应修正模型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280160" y="3694176"/>
            <a:ext cx="7315200" cy="0"/>
          </a:xfrm>
          <a:prstGeom prst="line">
            <a:avLst/>
          </a:prstGeom>
          <a:noFill/>
          <a:ln w="6350">
            <a:solidFill>
              <a:srgbClr val="D4C5B5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548640" y="3749040"/>
            <a:ext cx="548640" cy="475488"/>
          </a:xfrm>
          <a:prstGeom prst="roundRect">
            <a:avLst>
              <a:gd name="adj" fmla="val 9615"/>
            </a:avLst>
          </a:prstGeom>
          <a:solidFill>
            <a:srgbClr val="B85042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749040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280160" y="374904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问题四：普氏系数关系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29200" y="374904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最优预紧力矩与岩性关系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280160" y="4242816"/>
            <a:ext cx="7315200" cy="0"/>
          </a:xfrm>
          <a:prstGeom prst="line">
            <a:avLst/>
          </a:prstGeom>
          <a:noFill/>
          <a:ln w="6350">
            <a:solidFill>
              <a:srgbClr val="D4C5B5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548640" y="4297680"/>
            <a:ext cx="548640" cy="475488"/>
          </a:xfrm>
          <a:prstGeom prst="roundRect">
            <a:avLst>
              <a:gd name="adj" fmla="val 9615"/>
            </a:avLst>
          </a:prstGeom>
          <a:solidFill>
            <a:srgbClr val="B85042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297680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280160" y="429768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综合结果与结论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029200" y="429768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结果分析与创新点总结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研究背景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777740"/>
            <a:ext cx="8229600" cy="0"/>
          </a:xfrm>
          <a:prstGeom prst="line">
            <a:avLst/>
          </a:prstGeom>
          <a:noFill/>
          <a:ln w="12700">
            <a:solidFill>
              <a:srgbClr val="D4C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960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煤矿巷道支护预紧力优化模型研究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54864" cy="3474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143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研究意义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预紧力是锚杆支护系统的核心参数，其大小直接影响支护系统的整体稳定性和围岩控制效果。合理的预紧力设计对煤矿安全生产具有重要意义。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697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核心问题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306324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如何科学确定锚杆预紧力参数？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如何建立预紧力矩优化模型？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如何考虑偏心载荷的影响？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如何根据岩性条件优化支护方案？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05840"/>
            <a:ext cx="54864" cy="347472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143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关键参数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554480"/>
          <a:ext cx="3474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5603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参数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说明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施加扭矩 (N·m)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预紧力 (kN)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扭矩系数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锚杆公称直径 (mm)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屈服强度 (MPa)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普氏系数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模型假设与符号说明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777740"/>
            <a:ext cx="8229600" cy="0"/>
          </a:xfrm>
          <a:prstGeom prst="line">
            <a:avLst/>
          </a:prstGeom>
          <a:noFill/>
          <a:ln w="12700">
            <a:solidFill>
              <a:srgbClr val="D4C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960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煤矿巷道支护预紧力优化模型研究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54864" cy="3474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143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基本假设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155448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锚杆材料为均匀各向同性体</a:t>
            </a:r>
            <a:endParaRPr lang="en-US" sz="12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螺纹受力均匀，无应力集中</a:t>
            </a:r>
            <a:endParaRPr lang="en-US" sz="12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螺母与垫板接触面平整</a:t>
            </a:r>
            <a:endParaRPr lang="en-US" sz="12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忽略温度变化对材料性能影响</a:t>
            </a:r>
            <a:endParaRPr lang="en-US" sz="12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预紧力施加过程为准静态</a:t>
            </a:r>
            <a:endParaRPr lang="en-US" sz="12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围岩为连续介质模型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54864" cy="347472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143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核心公式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92040" y="1600200"/>
            <a:ext cx="3474720" cy="777240"/>
          </a:xfrm>
          <a:prstGeom prst="roundRect">
            <a:avLst>
              <a:gd name="adj" fmla="val 5882"/>
            </a:avLst>
          </a:prstGeom>
          <a:solidFill>
            <a:srgbClr val="E7E8D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645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扭矩-预紧力关系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= K · F · 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92040" y="2514600"/>
            <a:ext cx="3474720" cy="777240"/>
          </a:xfrm>
          <a:prstGeom prst="roundRect">
            <a:avLst>
              <a:gd name="adj" fmla="val 5882"/>
            </a:avLst>
          </a:prstGeom>
          <a:solidFill>
            <a:srgbClr val="E7E8D1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2560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临界预紧力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2834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Fcr = σs · As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92040" y="3429000"/>
            <a:ext cx="3474720" cy="777240"/>
          </a:xfrm>
          <a:prstGeom prst="roundRect">
            <a:avLst>
              <a:gd name="adj" fmla="val 5882"/>
            </a:avLst>
          </a:prstGeom>
          <a:solidFill>
            <a:srgbClr val="E7E8D1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3474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临界预紧力矩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Tcr = K · Fcr · d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问题一：扭矩系数K模型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777740"/>
            <a:ext cx="8229600" cy="0"/>
          </a:xfrm>
          <a:prstGeom prst="line">
            <a:avLst/>
          </a:prstGeom>
          <a:noFill/>
          <a:ln w="12700">
            <a:solidFill>
              <a:srgbClr val="D4C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960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煤矿巷道支护预紧力优化模型研究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68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54864" cy="30175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508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扭矩系数K的确定方法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1920240"/>
            <a:ext cx="3840480" cy="2286000"/>
          </a:xfrm>
          <a:prstGeom prst="roundRect">
            <a:avLst>
              <a:gd name="adj" fmla="val 2000"/>
            </a:avLst>
          </a:prstGeom>
          <a:solidFill>
            <a:srgbClr val="E7E8D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建模方法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3317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基于螺纹力学分析，扭矩系数K综合反映了螺纹副摩擦和螺母端面摩擦的综合效应。通过理论推导与实验标定相结合的方法，建立不同直径锚杆的K值计算模型。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337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K值范围：0.185 ~ 0.195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09160" y="1920240"/>
            <a:ext cx="3749040" cy="2286000"/>
          </a:xfrm>
          <a:prstGeom prst="roundRect">
            <a:avLst>
              <a:gd name="adj" fmla="val 2000"/>
            </a:avLst>
          </a:prstGeom>
          <a:solidFill>
            <a:srgbClr val="E7E8D1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011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关键发现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37744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K值随锚杆直径增大而增大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直径16mm锚杆：K = 0.185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直径22mm锚杆：K = 0.192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K值变化率约3.8%，呈近似线性关系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问题一：计算结果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777740"/>
            <a:ext cx="8229600" cy="0"/>
          </a:xfrm>
          <a:prstGeom prst="line">
            <a:avLst/>
          </a:prstGeom>
          <a:noFill/>
          <a:ln w="12700">
            <a:solidFill>
              <a:srgbClr val="D4C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960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煤矿巷道支护预紧力优化模型研究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68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1371600"/>
            <a:ext cx="7315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371600"/>
            <a:ext cx="54864" cy="25603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15087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不同直径锚杆的扭矩系数与临界预紧力矩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1920240"/>
          <a:ext cx="68580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05840"/>
                <a:gridCol w="914400"/>
                <a:gridCol w="1005840"/>
                <a:gridCol w="1005840"/>
                <a:gridCol w="11887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锚杆直径d/mm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扭矩系数K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σs/MPa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As/mm²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Fcr/kN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Tcr/(N·m)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428.8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注：临界预紧力矩 Tcr = K · Fcr · d，其中 Fcr = σs · As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问题二：最大允许预紧力矩模型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777740"/>
            <a:ext cx="8229600" cy="0"/>
          </a:xfrm>
          <a:prstGeom prst="line">
            <a:avLst/>
          </a:prstGeom>
          <a:noFill/>
          <a:ln w="12700">
            <a:solidFill>
              <a:srgbClr val="D4C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960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煤矿巷道支护预紧力优化模型研究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68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54864" cy="30175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508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力学模型建立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2606040" cy="2194560"/>
          </a:xfrm>
          <a:prstGeom prst="roundRect">
            <a:avLst>
              <a:gd name="adj" fmla="val 2083"/>
            </a:avLst>
          </a:prstGeom>
          <a:solidFill>
            <a:srgbClr val="E7E8D1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屈服强度约束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6060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锚杆材料的屈服强度σs是预紧力的上限约束。预紧力不得超过材料的屈服极限，确保锚杆在服役期间处于弹性工作状态。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0" y="1965960"/>
            <a:ext cx="2606040" cy="2194560"/>
          </a:xfrm>
          <a:prstGeom prst="roundRect">
            <a:avLst>
              <a:gd name="adj" fmla="val 2083"/>
            </a:avLst>
          </a:prstGeom>
          <a:solidFill>
            <a:srgbClr val="E7E8D1"/>
          </a:solidFill>
          <a:ln/>
        </p:spPr>
      </p:sp>
      <p:sp>
        <p:nvSpPr>
          <p:cNvPr id="17" name="Shape 15"/>
          <p:cNvSpPr/>
          <p:nvPr/>
        </p:nvSpPr>
        <p:spPr>
          <a:xfrm>
            <a:off x="3611880" y="210312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06908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螺纹参数影响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11880" y="26060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螺纹的螺距、牙型角和有效截面积直接影响扭矩传递效率。需综合考虑螺纹几何参数对预紧力矩的影响。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63640" y="1965960"/>
            <a:ext cx="2606040" cy="2194560"/>
          </a:xfrm>
          <a:prstGeom prst="roundRect">
            <a:avLst>
              <a:gd name="adj" fmla="val 2083"/>
            </a:avLst>
          </a:prstGeom>
          <a:solidFill>
            <a:srgbClr val="E7E8D1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0" y="210312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安全系数设计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26060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引入安全系数n，实际允许预紧力矩为 Tmax = Tcr / n，确保支护系统具有足够的安全裕度。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问题三：偏心载荷修正模型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777740"/>
            <a:ext cx="8229600" cy="0"/>
          </a:xfrm>
          <a:prstGeom prst="line">
            <a:avLst/>
          </a:prstGeom>
          <a:noFill/>
          <a:ln w="12700">
            <a:solidFill>
              <a:srgbClr val="D4C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960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煤矿巷道支护预紧力优化模型研究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68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9319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54864" cy="30175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508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偏心载荷效应分析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9202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在实际施工中，锚杆预紧力往往存在偏心加载现象。偏心载荷会导致锚杆受力不均匀，降低支护效果。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834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修正原则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1546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偏心率 e &gt; 0.3 时需进行补偿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补偿系数随偏心率增大而增大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修正后预紧力矩需满足安全要求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39319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371600"/>
            <a:ext cx="54864" cy="301752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508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修正公式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92040" y="1920240"/>
            <a:ext cx="3474720" cy="640080"/>
          </a:xfrm>
          <a:prstGeom prst="roundRect">
            <a:avLst>
              <a:gd name="adj" fmla="val 7143"/>
            </a:avLst>
          </a:prstGeom>
          <a:solidFill>
            <a:srgbClr val="E7E8D1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9202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T' = T · (1 + α · e)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92040" y="2743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参数说明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30632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T' : 修正后预紧力矩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 : 理想预紧力矩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 : 偏心补偿系数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 : 偏心率 (0 &lt; e &lt; 1)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问题四：最优预紧力矩与普氏系数f关系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777740"/>
            <a:ext cx="8229600" cy="0"/>
          </a:xfrm>
          <a:prstGeom prst="line">
            <a:avLst/>
          </a:prstGeom>
          <a:noFill/>
          <a:ln w="12700">
            <a:solidFill>
              <a:srgbClr val="D4C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960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煤矿巷道支护预紧力优化模型研究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68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问题四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54864" cy="30175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508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普氏系数与支护力关系模型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3840480" cy="2194560"/>
          </a:xfrm>
          <a:prstGeom prst="roundRect">
            <a:avLst>
              <a:gd name="adj" fmla="val 2083"/>
            </a:avLst>
          </a:prstGeom>
          <a:solidFill>
            <a:srgbClr val="E7E8D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057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岩性分类与支护策略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4231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普氏系数f反映了岩石的坚固程度。f值越大，岩石越坚硬，所需的支护预紧力越小；f值越小，岩体越软弱，需要更大的预紧力来维持巷道稳定。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474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核心结论：硬岩条件所需支护力较小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1965960"/>
            <a:ext cx="3749040" cy="2194560"/>
          </a:xfrm>
          <a:prstGeom prst="roundRect">
            <a:avLst>
              <a:gd name="adj" fmla="val 2083"/>
            </a:avLst>
          </a:prstGeom>
          <a:solidFill>
            <a:srgbClr val="E7E8D1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057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f值与支护等级对应关系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377440"/>
          <a:ext cx="3474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1887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普氏系数f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岩性分类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支护等级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≥ 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极坚硬岩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7BE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≤ f &lt; 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坚硬岩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7BE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≤ f &lt;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中等坚硬岩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&lt;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软弱岩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综合结果分析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777740"/>
            <a:ext cx="8229600" cy="0"/>
          </a:xfrm>
          <a:prstGeom prst="line">
            <a:avLst/>
          </a:prstGeom>
          <a:noFill/>
          <a:ln w="12700">
            <a:solidFill>
              <a:srgbClr val="D4C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960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煤矿巷道支护预紧力优化模型研究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00500" cy="134874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143000"/>
            <a:ext cx="731520" cy="256032"/>
          </a:xfrm>
          <a:prstGeom prst="roundRect">
            <a:avLst>
              <a:gd name="adj" fmla="val 14286"/>
            </a:avLst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430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08760" y="1143000"/>
            <a:ext cx="27660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扭矩系数K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508760"/>
            <a:ext cx="3634740" cy="6629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K值在0.185~0.195范围内，随直径增大呈近似线性增长，为预紧力矩计算提供可靠基础。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86300" y="1005840"/>
            <a:ext cx="4000500" cy="134874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69180" y="1143000"/>
            <a:ext cx="731520" cy="256032"/>
          </a:xfrm>
          <a:prstGeom prst="roundRect">
            <a:avLst>
              <a:gd name="adj" fmla="val 14286"/>
            </a:avLst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4869180" y="11430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问题二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37860" y="1143000"/>
            <a:ext cx="27660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临界预紧力矩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69180" y="1508760"/>
            <a:ext cx="3634740" cy="6629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建立了基于屈服强度和螺纹参数的最大允许预紧力矩力学模型，确保支护安全。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583180"/>
            <a:ext cx="4000500" cy="134874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2720340"/>
            <a:ext cx="731520" cy="256032"/>
          </a:xfrm>
          <a:prstGeom prst="roundRect">
            <a:avLst>
              <a:gd name="adj" fmla="val 14286"/>
            </a:avLst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7203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问题三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508760" y="2720340"/>
            <a:ext cx="27660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偏心修正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086100"/>
            <a:ext cx="3634740" cy="6629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偏心率&gt;0.3时需补偿，修正模型有效解决了实际施工中偏心加载导致的支护不足问题。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86300" y="2583180"/>
            <a:ext cx="4000500" cy="134874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69180" y="2720340"/>
            <a:ext cx="731520" cy="256032"/>
          </a:xfrm>
          <a:prstGeom prst="roundRect">
            <a:avLst>
              <a:gd name="adj" fmla="val 14286"/>
            </a:avLst>
          </a:prstGeom>
          <a:solidFill>
            <a:srgbClr val="B85042"/>
          </a:solidFill>
          <a:ln/>
        </p:spPr>
      </p:sp>
      <p:sp>
        <p:nvSpPr>
          <p:cNvPr id="23" name="Text 21"/>
          <p:cNvSpPr/>
          <p:nvPr/>
        </p:nvSpPr>
        <p:spPr>
          <a:xfrm>
            <a:off x="4869180" y="27203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问题四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37860" y="2720340"/>
            <a:ext cx="27660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岩性适配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69180" y="3086100"/>
            <a:ext cx="3634740" cy="6629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最优预紧力矩与普氏系数f呈反比关系，硬岩条件所需支护力较小，实现精准支护设计。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结论与创新点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777740"/>
            <a:ext cx="8229600" cy="0"/>
          </a:xfrm>
          <a:prstGeom prst="line">
            <a:avLst/>
          </a:prstGeom>
          <a:noFill/>
          <a:ln w="12700">
            <a:solidFill>
              <a:srgbClr val="D4C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960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煤矿巷道支护预紧力优化模型研究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54864" cy="3474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143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主要结论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155448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确定了不同直径锚杆的扭矩系数K值范围（0.185~0.195），为工程应用提供了基础参数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建立了基于屈服强度的最大允许预紧力矩力学模型，确保支护系统安全性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提出了偏心载荷修正模型，解决了实际施工中偏心加载导致的预紧力损失问题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揭示了最优预紧力矩与普氏系数的定量关系，实现了不同岩性条件下的精准支护设计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54864" cy="347472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143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创新点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83480" y="1600200"/>
            <a:ext cx="411480" cy="41148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32120" y="1600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建立了扭矩系数K与锚杆直径的定量关系模型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83480" y="2514600"/>
            <a:ext cx="411480" cy="41148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2514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32120" y="2514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提出了偏心载荷效应的系统修正方法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83480" y="3429000"/>
            <a:ext cx="411480" cy="41148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32120" y="34290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构建了预紧力矩-普氏系数耦合优化模型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D2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2560320"/>
            <a:ext cx="1828800" cy="27432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spc="500" kern="0" dirty="0">
                <a:solidFill>
                  <a:srgbClr val="F5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敬请各位老师批评指正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煤矿巷道支护预紧力优化模型研究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煤矿巷道支护预紧力优化模型研究</dc:title>
  <dc:subject>PptxGenJS Presentation</dc:subject>
  <dc:creator>Research Team</dc:creator>
  <cp:lastModifiedBy>Research Team</cp:lastModifiedBy>
  <cp:revision>1</cp:revision>
  <dcterms:created xsi:type="dcterms:W3CDTF">2026-06-08T14:09:35Z</dcterms:created>
  <dcterms:modified xsi:type="dcterms:W3CDTF">2026-06-08T14:09:35Z</dcterms:modified>
</cp:coreProperties>
</file>