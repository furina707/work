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097280"/>
            <a:ext cx="54864" cy="29260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多工序协同作业问题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数学建模研究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问题B: 多工序协同操作问题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29000"/>
            <a:ext cx="274320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协同作业 | 设备调度 | 混合整数规划 | 遗传算法 | 完工时间优化</a:t>
            </a:r>
            <a:endParaRPr lang="en-US" sz="11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研究背景与问题描述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1865376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38528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93852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约束条件与模型假设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63040" y="2340864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414016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4140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问题一: 单车间调度模型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63040" y="2816352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889504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288950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问题二: 多车间串行调度模型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63040" y="3291840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364992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3649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问题三: 双团队并行调度模型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63040" y="3767328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38404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问题四: 预算优化模型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463040" y="4242816"/>
            <a:ext cx="676656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4315968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43159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结果对比与总结</a:t>
            </a:r>
            <a:endParaRPr lang="en-US" sz="15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研究背景与问题描述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工业制造系统中，多工序协同作业是典型的调度优化问题。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本问题涉及五个车间（A、B、C、D、E）的设备调度与任务优化，要求在给定设备配置条件下最小化整体完工时间。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核心挑战在于：如何合理安排工序顺序、分配团队资源、优化设备配置，以实现完工时间的全局最优。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四个子问题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2011680"/>
            <a:ext cx="640080" cy="320040"/>
          </a:xfrm>
          <a:prstGeom prst="round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团队1单独完成车间A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2651760"/>
            <a:ext cx="640080" cy="320040"/>
          </a:xfrm>
          <a:prstGeom prst="roundRect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团队1完成全部5个车间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3291840"/>
            <a:ext cx="640080" cy="320040"/>
          </a:xfrm>
          <a:prstGeom prst="round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91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双团队协同完成全部车间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3931920"/>
            <a:ext cx="640080" cy="320040"/>
          </a:xfrm>
          <a:prstGeom prst="roundRect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预算约束下优化设备配置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约束条件与模型假设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Assumptions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00500" cy="153162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316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60020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工序顺序约束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" y="1965960"/>
            <a:ext cx="34884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各工序必须按照严格的先后顺序执行，前序工序完成后方可开始后续工序。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6300" y="1371600"/>
            <a:ext cx="4000500" cy="153162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371600"/>
            <a:ext cx="54864" cy="15316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4969764" y="160020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协同作业约束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9764" y="1965960"/>
            <a:ext cx="34884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部分工序需要多人同时操作（如搬运大型设备），团队人员数量直接影响作业效率。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31820"/>
            <a:ext cx="4000500" cy="153162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31820"/>
            <a:ext cx="54864" cy="15316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" y="336042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设备互斥约束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664" y="3726180"/>
            <a:ext cx="34884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同一设备在同一时刻只能执行一个工序，不同工序使用同一设备时需串行等待。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6300" y="3131820"/>
            <a:ext cx="4000500" cy="153162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3131820"/>
            <a:ext cx="54864" cy="15316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4969764" y="3360420"/>
            <a:ext cx="3488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转移时间约束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69764" y="3726180"/>
            <a:ext cx="34884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车间之间转移需要额外时间，转移时间与车间距离和设备类型相关。</a:t>
            </a:r>
            <a:endParaRPr lang="en-US" sz="12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问题一: 单车间调度模型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Workshop Scheduling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目标函数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最小化车间A的完工时间 (Makespan)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数学模型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混合整数线性规划 (MILP)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决策变量: 工序开始时间、设备分配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求解方法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分支定界算法 (Branch &amp; Bound)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精确求解，保证全局最优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局部搜索优化初始解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71600"/>
            <a:ext cx="3200400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求解流程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0116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11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工序分析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2423160"/>
            <a:ext cx="0" cy="91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25146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MILP建模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2926080"/>
            <a:ext cx="0" cy="91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55080" y="30175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017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分支定界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3429000"/>
            <a:ext cx="0" cy="91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352044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6E7A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520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2-opt优化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3931920"/>
            <a:ext cx="0" cy="914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402336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21212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最优解</a:t>
            </a:r>
            <a:endParaRPr lang="en-US" sz="12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问题一: 求解结果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12h 35min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36454F"/>
          </a:solidFill>
          <a:ln/>
          <a:effectLst>
            <a:outerShdw sx="100000" sy="100000" kx="0" ky="0" algn="bl" rotWithShape="0" blurRad="2032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最短完工时间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12:35:00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12小时35分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108960" cy="182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团队1单独完成车间A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71600"/>
            <a:ext cx="40233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设备利用率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关键设备（如打磨机）成为瓶颈，利用率接近100%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工序优化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通过合理排序工序，减少了设备空闲等待时间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算法性能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分支定界在合理时间内求得精确最优解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2-opt局部搜索显著缩短求解时间</a:t>
            </a:r>
            <a:endParaRPr lang="en-US" sz="12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问题二: 多车间串行调度模型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Multi-Workshop Serial Scheduling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问题扩展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团队1需依次完成全部5个车间（A-E）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车间之间存在转移时间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数学模型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扩展MILP模型，增加车间转移约束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决策变量: 各车间工序开始时间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求解方法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分支定界 + 启发式排序算法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动态规划进行任务分配优化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71600"/>
            <a:ext cx="3200400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车间调度流程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784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1371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2331720"/>
            <a:ext cx="1371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2331720"/>
            <a:ext cx="1371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18120" y="2331720"/>
            <a:ext cx="1371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5528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各车间耗时占比: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18688"/>
            <a:ext cx="537667" cy="18288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520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538728"/>
            <a:ext cx="563270" cy="18288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3840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858768"/>
            <a:ext cx="460858" cy="18288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4160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178808"/>
            <a:ext cx="512064" cy="18288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35" name="Text 33"/>
          <p:cNvSpPr/>
          <p:nvPr/>
        </p:nvSpPr>
        <p:spPr>
          <a:xfrm>
            <a:off x="5623560" y="4480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498848"/>
            <a:ext cx="486461" cy="18288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问题二: 求解结果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58h 42min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36454F"/>
          </a:solidFill>
          <a:ln/>
          <a:effectLst>
            <a:outerShdw sx="100000" sy="100000" kx="0" ky="0" algn="bl" rotWithShape="0" blurRad="2032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最短完工时间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58:42:00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58小时42分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108960" cy="182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团队1完成全部5个车间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71600"/>
            <a:ext cx="40233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串行瓶颈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单团队串行执行导致总时间大幅增加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转移时间占总时间的约8%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车间差异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各车间工序复杂度不同，耗时分布不均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车间B耗时最长，为主要瓶颈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优化空间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引入第二团队可显著缩短完工时间</a:t>
            </a:r>
            <a:endParaRPr lang="en-US" sz="12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问题三: 双团队并行调度模型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Dual-Team Parallel Scheduling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引入团队2，与团队1并行作业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合理分配车间任务给两个团队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数学模型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扩展MILP模型，增加团队分配变量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约束: 设备互斥 + 工序顺序 + 团队协调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求解方法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动态规划进行最优任务分配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分支定界求解各子问题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71600"/>
            <a:ext cx="3200400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并行调度示意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057400"/>
            <a:ext cx="640080" cy="320040"/>
          </a:xfrm>
          <a:prstGeom prst="round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057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0574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5A6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2217420"/>
            <a:ext cx="1828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20574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5A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2217420"/>
            <a:ext cx="1828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26680" y="20574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5A6E7A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2651760"/>
            <a:ext cx="640080" cy="320040"/>
          </a:xfrm>
          <a:prstGeom prst="roundRect">
            <a:avLst/>
          </a:prstGeom>
          <a:solidFill>
            <a:srgbClr val="212121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65176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2811780"/>
            <a:ext cx="1828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86600" y="265176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999999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23560" y="3200400"/>
            <a:ext cx="2743200" cy="18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两团队并行作业，完工时间取决于最慢团队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393192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效率提升: 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58:42 -&gt; 31:15 (缩短46.8%)</a:t>
            </a:r>
            <a:endParaRPr lang="en-US" sz="12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问题三: 求解结果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31h 15min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36454F"/>
          </a:solidFill>
          <a:ln/>
          <a:effectLst>
            <a:outerShdw sx="100000" sy="100000" kx="0" ky="0" algn="bl" rotWithShape="0" blurRad="2032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最短完工时间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31:15:00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31小时15分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108960" cy="182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双团队协同完成全部车间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71600"/>
            <a:ext cx="40233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并行效率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双团队将完工时间缩短46.8%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团队负载均衡是关键优化目标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动态规划实现最优车间分配方案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团队1负责A+B+C，团队2负责D+E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协同效果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两团队完工时间差小于5%，负载均衡</a:t>
            </a:r>
            <a:endParaRPr lang="en-US" sz="12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问题四: 预算优化模型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Budget-Constrained Equipment Optimization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建模方法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问题定义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在50万元预算约束下优化设备采购配置与调度策略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数学模型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双层优化: 外层设备采购(0-1变量) + 内层调度(MILP)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求解方法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遗传算法搜索设备配置空间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内层MILP求解对应调度问题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371600"/>
            <a:ext cx="3200400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遗传算法流程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0116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初始化种群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37744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25146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适应度评估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288036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55080" y="30175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选择/交叉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38328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352044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5A6E7A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变异操作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388620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40233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21212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终止判断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问题四: 求解结果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24h 30min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36454F"/>
          </a:solidFill>
          <a:ln/>
          <a:effectLst>
            <a:outerShdw sx="100000" sy="100000" kx="0" ky="0" algn="bl" rotWithShape="0" blurRad="2032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最短完工时间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24:30:00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24小时30分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108960" cy="182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预算50万元优化配置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71600"/>
            <a:ext cx="402336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设备增购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优先增购瓶颈设备（打磨机、焊接机）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消除关键设备的互斥等待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预算分配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50万元预算精确分配至各车间设备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投资回报率最大化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综合效果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相比问题二缩短58.3%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相比问题三进一步缩短21.5%</a:t>
            </a:r>
            <a:endParaRPr lang="en-US" sz="12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结果对比与总结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 &amp; Summary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2011680"/>
                <a:gridCol w="14630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子问题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场景描述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求解方法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完工时间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缩短比例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单团队 + 单车间A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分支定界 + 2-opt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12:35:00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单团队 + 全部车间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分支定界 + 动态规划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58:42:00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双团队 + 全部车间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动态规划 + 分支定界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31:15:00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双团队 + 设备优化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遗传算法 + MILP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24:30:00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通过引入双团队并行作业和预算优化设备配置，完工时间从58小时42分缩短至24小时30分，效率提升58.3%。</a:t>
            </a:r>
            <a:endParaRPr lang="en-US" sz="12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4" name="Shape 2"/>
          <p:cNvSpPr/>
          <p:nvPr/>
        </p:nvSpPr>
        <p:spPr>
          <a:xfrm>
            <a:off x="4544568" y="1371600"/>
            <a:ext cx="54864" cy="23774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多工序协同作业问题数学建模研究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多工序协同作业问题数学建模研究</dc:title>
  <dc:subject>PptxGenJS Presentation</dc:subject>
  <dc:creator>Research Team</dc:creator>
  <cp:lastModifiedBy>Research Team</cp:lastModifiedBy>
  <cp:revision>1</cp:revision>
  <dcterms:created xsi:type="dcterms:W3CDTF">2026-06-08T14:05:15Z</dcterms:created>
  <dcterms:modified xsi:type="dcterms:W3CDTF">2026-06-08T14:05:15Z</dcterms:modified>
</cp:coreProperties>
</file>